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30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EBE5-A8E8-B9EC-2B9C-65B2C6984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2DF4A-9CAC-044F-A2D8-B4451F88B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35BAF-461A-E546-7DCC-80BCA82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68A15-3CE2-1380-533A-C42A664F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E5FB-2783-DB91-C5B4-FACEF807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6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0F7E-969E-416B-4176-A0A4E5EF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2B0C6-9516-59E1-0683-F026DA966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D4D6B-87A4-5022-42DD-B83CD83C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6C206-0110-EB82-8F7F-1F2D885C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EB613-CF91-097D-761A-50F503A2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3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57C14-AFBF-DD30-F1CE-CC747C5E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C4DC7-0467-93AF-C49D-3ACD9139B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E838B-DBE7-0B0F-67B4-5CA73664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751F3-2127-9AFB-AE7A-FB95AA0B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0E2FE-91D2-8241-81E2-9846BF75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2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1E80-EC87-7C38-1154-6AF2BFFA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3048-FB5D-4455-F7B2-9F316D8D4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441D7-06D7-4F7A-72C1-16681D142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1DCF1-D3BC-1D15-E074-804D3ADC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DF015-05D8-3B9E-0FCE-2F26BD1E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92B67-C2C7-9C76-28BA-3E1839F4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1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4D22-A0F4-2E3D-E1BF-2D35346E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F8623-E362-B118-E776-BD0FB2BA7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FE69B-BEDC-F91E-9178-569B032B4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35CBF-F6CD-3A71-2086-39D006157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C905E-006D-FFAE-C557-B59ADBFCB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A5828-3FFC-6581-D00C-1A5C9AEB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0A5C2-0084-D49B-F92A-E343A9CC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59899-E327-5172-DCED-D0AB50B2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6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080A-732A-4D31-EF48-50D001F7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4CDE0-876C-5593-4AC6-3894A34E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2172E-FDBC-E9CA-9825-8BC43BD1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B58DE-8761-E29C-D7DA-AE00EEB8C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03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F75093-C86E-EE17-9508-DBA991B1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AFDF8-B60B-961F-3991-96EBAD94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CCBF8-9C59-20CE-8C48-BF0C2349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5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9536-A4DF-546A-959F-44D2A706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FF02E-3FA2-AB72-466B-4BE9550DE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2075B-812D-E5F4-034D-EE8A22BE7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4E88A-823B-3888-0FA7-78D79D53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315EF-E8B1-515F-AA8D-0C6B9B4F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FBBEE-A71F-7D4B-E710-57DF5AEE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6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D6D2D-7934-82DA-52BD-52E2A9804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D9A8C-7E61-6906-1464-C0AEA7B70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32679-2EF5-F5D8-8FDA-EDFA0FB33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16246-8A60-AF92-0904-757743C4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293C4-9263-9611-6BC4-4C3C447D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896A3-871E-B5FA-0AC7-9EA462AD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7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7313-EF6E-0C87-56E2-70FC6EF8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6592E-C41D-12C7-8981-E8CFB3D00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171FD-F51C-23D7-3794-4E034F15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E4202-F10B-835F-71D8-69D0413F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E90B-9AED-7E01-EC5E-E6302693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8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B6FADC-58C0-8251-3DFA-3ABCA2D92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D13E8-ADE0-6C84-D11D-8AB50394E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C34D4-FDBD-8C66-9CCA-DD6394E6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5C6B7-9B16-26CB-1479-EA1D2616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BAA8F-0B15-6EA2-F484-A4F43349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0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D74E9-5022-4009-5AD8-65FC04C5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CB3D8-1E34-2571-E337-B9B74A610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9FF7D-30B1-5A06-4E8D-F83876888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969A5-552C-44AB-9DBC-1620ED8F4E1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42472-1E1B-ED28-99D8-704F0D072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C60D-960A-B33C-2269-6FBA82728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37EF8-3C7F-4004-B00B-F33389FD2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5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116C4B-1181-EBAD-F0CB-30168BAFD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9" t="16159" r="12172" b="17683"/>
          <a:stretch>
            <a:fillRect/>
          </a:stretch>
        </p:blipFill>
        <p:spPr>
          <a:xfrm>
            <a:off x="3119437" y="1362075"/>
            <a:ext cx="5953126" cy="4133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5A87E1-C5F2-09B9-9DCB-73EBB6DFE047}"/>
              </a:ext>
            </a:extLst>
          </p:cNvPr>
          <p:cNvSpPr txBox="1"/>
          <p:nvPr/>
        </p:nvSpPr>
        <p:spPr>
          <a:xfrm>
            <a:off x="4762500" y="103196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Length ‘L’ 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1BCCDDBF-AF36-AD7A-FDE5-358209206895}"/>
              </a:ext>
            </a:extLst>
          </p:cNvPr>
          <p:cNvSpPr/>
          <p:nvPr/>
        </p:nvSpPr>
        <p:spPr>
          <a:xfrm>
            <a:off x="4200277" y="4961614"/>
            <a:ext cx="45719" cy="349857"/>
          </a:xfrm>
          <a:prstGeom prst="leftBracke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1C617-6BD3-367F-EAA2-9776B364D57C}"/>
              </a:ext>
            </a:extLst>
          </p:cNvPr>
          <p:cNvSpPr txBox="1"/>
          <p:nvPr/>
        </p:nvSpPr>
        <p:spPr>
          <a:xfrm>
            <a:off x="2797230" y="4961614"/>
            <a:ext cx="1470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Thickness ‘t’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84C11C-BB12-D50D-F797-1DC4D289058E}"/>
              </a:ext>
            </a:extLst>
          </p:cNvPr>
          <p:cNvCxnSpPr>
            <a:cxnSpLocks/>
          </p:cNvCxnSpPr>
          <p:nvPr/>
        </p:nvCxnSpPr>
        <p:spPr>
          <a:xfrm>
            <a:off x="3514477" y="2512612"/>
            <a:ext cx="753745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572493-61BE-B8E3-FE82-2C6E37C620AA}"/>
              </a:ext>
            </a:extLst>
          </p:cNvPr>
          <p:cNvCxnSpPr>
            <a:cxnSpLocks/>
          </p:cNvCxnSpPr>
          <p:nvPr/>
        </p:nvCxnSpPr>
        <p:spPr>
          <a:xfrm flipV="1">
            <a:off x="4268222" y="1744538"/>
            <a:ext cx="0" cy="1478943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17EA71-0CF4-7797-9295-83FD46F4C762}"/>
              </a:ext>
            </a:extLst>
          </p:cNvPr>
          <p:cNvCxnSpPr>
            <a:cxnSpLocks/>
          </p:cNvCxnSpPr>
          <p:nvPr/>
        </p:nvCxnSpPr>
        <p:spPr>
          <a:xfrm flipH="1" flipV="1">
            <a:off x="3700463" y="1991329"/>
            <a:ext cx="567759" cy="521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B736242E-E6A0-9B03-3501-0CE8EBDAAABD}"/>
              </a:ext>
            </a:extLst>
          </p:cNvPr>
          <p:cNvSpPr/>
          <p:nvPr/>
        </p:nvSpPr>
        <p:spPr>
          <a:xfrm rot="10800000">
            <a:off x="4329123" y="2547896"/>
            <a:ext cx="80595" cy="640301"/>
          </a:xfrm>
          <a:prstGeom prst="leftBracke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E98F7D-1EFA-D5AD-1544-1EF5187E98D9}"/>
              </a:ext>
            </a:extLst>
          </p:cNvPr>
          <p:cNvSpPr txBox="1"/>
          <p:nvPr/>
        </p:nvSpPr>
        <p:spPr>
          <a:xfrm>
            <a:off x="4462708" y="2683381"/>
            <a:ext cx="18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Radius ‘r’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3AFFE-DAB6-4305-8DAA-22FE4C76A51A}"/>
              </a:ext>
            </a:extLst>
          </p:cNvPr>
          <p:cNvSpPr txBox="1"/>
          <p:nvPr/>
        </p:nvSpPr>
        <p:spPr>
          <a:xfrm>
            <a:off x="3876315" y="1958615"/>
            <a:ext cx="250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DCD343AB-69E2-8F40-72EB-3BA6D8453500}"/>
              </a:ext>
            </a:extLst>
          </p:cNvPr>
          <p:cNvSpPr/>
          <p:nvPr/>
        </p:nvSpPr>
        <p:spPr>
          <a:xfrm rot="5400000">
            <a:off x="6031740" y="-381844"/>
            <a:ext cx="45719" cy="3572756"/>
          </a:xfrm>
          <a:prstGeom prst="leftBracke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2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Vranicar</dc:creator>
  <cp:lastModifiedBy>Jack Vranicar</cp:lastModifiedBy>
  <cp:revision>1</cp:revision>
  <dcterms:created xsi:type="dcterms:W3CDTF">2025-11-11T19:21:39Z</dcterms:created>
  <dcterms:modified xsi:type="dcterms:W3CDTF">2025-11-11T19:31:15Z</dcterms:modified>
</cp:coreProperties>
</file>